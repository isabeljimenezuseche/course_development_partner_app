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Instructor-provided project context; no external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Instructor-provided project context; no external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Instructor-provided project context; no external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Instructor-provided project context; no external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Arial"/>
              </a:defRPr>
            </a:pPr>
            <a:r>
              <a:t>Active Learning Strategy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8404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CFB991"/>
                </a:solidFill>
                <a:latin typeface="Arial"/>
              </a:defRPr>
            </a:pPr>
            <a:r>
              <a:t>A faculty discussion deck for choosing an instructional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989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FB991"/>
                </a:solidFill>
                <a:latin typeface="Arial"/>
              </a:defRPr>
            </a:pPr>
            <a:r>
              <a:t>PURDUE UNIVERSITY  |  COURSE DEVELOPMENT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Begin with the learning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87000" cy="45262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2200" b="0">
                <a:solidFill>
                  <a:srgbClr val="202124"/>
                </a:solidFill>
                <a:latin typeface="Arial"/>
              </a:defRPr>
            </a:pPr>
            <a:r>
              <a:t>Choose the strategy that gives students the clearest opportunity to practice the intended performance.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Name the observable learning outcome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Identify acceptable evidence of learning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Check feasibility for the available class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E6F3E"/>
                </a:solidFill>
                <a:latin typeface="Arial"/>
              </a:defRPr>
            </a:pPr>
            <a:r>
              <a:t>PURDUE UNIVERSITY   •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Compare two workable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87000" cy="45262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2200" b="0">
                <a:solidFill>
                  <a:srgbClr val="202124"/>
                </a:solidFill>
                <a:latin typeface="Arial"/>
              </a:defRPr>
            </a:pPr>
            <a:r>
              <a:t>Use common criteria instead of selecting a strategy by familiarity alone.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Case-based discussion: interpretation, judgment, and justification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Structured peer instruction: explanation, feedback, and revision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Instructor review remains the disciplinary 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E6F3E"/>
                </a:solidFill>
                <a:latin typeface="Arial"/>
              </a:defRPr>
            </a:pPr>
            <a:r>
              <a:t>PURDUE UNIVERSITY   •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Make the decision traceable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87000" cy="45262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2200" b="0">
                <a:solidFill>
                  <a:srgbClr val="202124"/>
                </a:solidFill>
                <a:latin typeface="Arial"/>
              </a:defRPr>
            </a:pPr>
            <a:r>
              <a:t>Record the chosen strategy, rationale, assumptions, and the evidence that would cause the instructor to revise the choice.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Decision: working instructional strategy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Evidence: connection to the outcome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2000" b="0">
                <a:solidFill>
                  <a:srgbClr val="202124"/>
                </a:solidFill>
                <a:latin typeface="Arial"/>
              </a:defRPr>
            </a:pPr>
            <a:r>
              <a:t>•  Open item: what must still be 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E6F3E"/>
                </a:solidFill>
                <a:latin typeface="Arial"/>
              </a:defRPr>
            </a:pPr>
            <a:r>
              <a:t>PURDUE UNIVERSITY   • 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Active Learning Strategy Comparison</dc:title>
  <dc:subject>Course Development Partner slide deck</dc:subject>
  <dc:creator>Purdue University Course Development Partner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