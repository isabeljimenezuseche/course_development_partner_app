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 source SRC-BD984A99928A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 source SRC-BD984A99928A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 source SRC-BD984A99928A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 source SRC-BD984A99928A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 source SRC-BD984A99928A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 source SRC-BD984A99928A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1732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5200" b="1">
                <a:solidFill>
                  <a:srgbClr val="FFFFFF"/>
                </a:solidFill>
                <a:latin typeface="Arial"/>
              </a:defRPr>
            </a:pPr>
            <a:r>
              <a:t>Attention Is All You Need: Transformer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84048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CFB991"/>
                </a:solidFill>
                <a:latin typeface="Arial"/>
              </a:defRPr>
            </a:pPr>
            <a:r>
              <a:t>Graduate seminar mini-lesson grounded in Vaswani et al. (2017)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FB991"/>
                </a:solidFill>
                <a:latin typeface="Arial"/>
              </a:defRPr>
            </a:pPr>
            <a:r>
              <a:t>PURDUE UNIVERSITY  |  COURSE DEVELOPMENT PARTNER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87000" cy="45262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  <a:defRPr sz="2200" b="0">
                <a:solidFill>
                  <a:srgbClr val="202124"/>
                </a:solidFill>
                <a:latin typeface="Arial"/>
              </a:defRPr>
            </a:pPr>
            <a:r>
              <a:t>By the end of the session, learners can explain the Transformer design and evaluate evidence for its original machine-translation results.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•  Trace information through encoder and decoder stacks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•  Explain scaled dot-product and multi-head attention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•  Compare attention-only processing with recurrent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1908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E6F3E"/>
                </a:solidFill>
                <a:latin typeface="Arial"/>
              </a:defRPr>
            </a:pPr>
            <a:r>
              <a:t>PURDUE UNIVERSITY   • 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The architectural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87000" cy="45262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  <a:defRPr sz="2200" b="0">
                <a:solidFill>
                  <a:srgbClr val="202124"/>
                </a:solidFill>
                <a:latin typeface="Arial"/>
              </a:defRPr>
            </a:pPr>
            <a:r>
              <a:t>The paper replaces recurrence and convolution with attention mechanisms, enabling more parallel computation during training.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•  Encoder and decoder use repeated attention and feed-forward blocks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•  Residual connections and layer normalization wrap each sublayer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•  Positional encodings supply sequence-order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1908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E6F3E"/>
                </a:solidFill>
                <a:latin typeface="Arial"/>
              </a:defRPr>
            </a:pPr>
            <a:r>
              <a:t>PURDUE UNIVERSITY   • 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Scaled dot-product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87000" cy="45262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  <a:defRPr sz="2200" b="0">
                <a:solidFill>
                  <a:srgbClr val="202124"/>
                </a:solidFill>
                <a:latin typeface="Arial"/>
              </a:defRPr>
            </a:pPr>
            <a:r>
              <a:t>Attention(Q, K, V) = softmax(QK^T / sqrt(d_k))V. Scaling moderates large dot products before the softmax.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•  Queries determine what information is sought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•  Keys support relevance comparisons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•  Values provide the information combined in the output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•  Multiple heads learn distinct representation subspaces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1908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E6F3E"/>
                </a:solidFill>
                <a:latin typeface="Arial"/>
              </a:defRPr>
            </a:pPr>
            <a:r>
              <a:t>PURDUE UNIVERSITY   • 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Evidence reported in the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87000" cy="45262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  <a:defRPr sz="2200" b="0">
                <a:solidFill>
                  <a:srgbClr val="202124"/>
                </a:solidFill>
                <a:latin typeface="Arial"/>
              </a:defRPr>
            </a:pPr>
            <a:r>
              <a:t>The authors evaluate the architecture primarily on WMT 2014 translation and also test English constituency parsing.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1908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E6F3E"/>
                </a:solidFill>
                <a:latin typeface="Arial"/>
              </a:defRPr>
            </a:pPr>
            <a:r>
              <a:t>PURDUE UNIVERSITY   • 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Discussion and transfer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87000" cy="45262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  <a:defRPr sz="2200" b="0">
                <a:solidFill>
                  <a:srgbClr val="202124"/>
                </a:solidFill>
                <a:latin typeface="Arial"/>
              </a:defRPr>
            </a:pPr>
            <a:r>
              <a:t>Treat the paper as evidence for a specific architecture and evaluation context, not as proof that attention is universally sufficient.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•  Which design choice most improves parallelism?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•  Which claim is directly supported by the reported experiments?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•  What additional evidence would be needed for a new domain?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•  Separate reported findings from later interpretations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1908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E6F3E"/>
                </a:solidFill>
                <a:latin typeface="Arial"/>
              </a:defRPr>
            </a:pPr>
            <a:r>
              <a:t>PURDUE UNIVERSITY   •  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 Is All You Need: Transformer Foundations</dc:title>
  <dc:subject>Course Development Partner slide deck</dc:subject>
  <dc:creator>Purdue University Course Development Partner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